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2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5604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3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5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150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6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6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6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5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97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0862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09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77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7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81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21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1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1281" y="3462134"/>
            <a:ext cx="3458658" cy="830997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Developer: K. Devivaraprasad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A55396-CA02-B5BB-1CDB-4015A1A58745}"/>
              </a:ext>
            </a:extLst>
          </p:cNvPr>
          <p:cNvSpPr txBox="1"/>
          <p:nvPr/>
        </p:nvSpPr>
        <p:spPr>
          <a:xfrm>
            <a:off x="445127" y="1600200"/>
            <a:ext cx="71833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 err="1"/>
              <a:t>ChakriVision</a:t>
            </a:r>
            <a:endParaRPr lang="en-IN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ChakriVision is a modern Android application built using Kotlin and Jetpack Compose.</a:t>
            </a:r>
          </a:p>
          <a:p>
            <a:r>
              <a:t>Focus: High‑conversion landing page with secure authentication.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Modern UI with Jetpack Compose</a:t>
            </a:r>
          </a:p>
          <a:p>
            <a:r>
              <a:t>- Dynamic Typography with dual-tone styled text</a:t>
            </a:r>
          </a:p>
          <a:p>
            <a:r>
              <a:t>- Circular profile image asset</a:t>
            </a:r>
          </a:p>
          <a:p>
            <a:r>
              <a:t>- Custom 'Sign in with Google' button</a:t>
            </a:r>
          </a:p>
          <a:p>
            <a:r>
              <a:t>- Google One Tap Sign‑In</a:t>
            </a:r>
          </a:p>
          <a:p>
            <a:r>
              <a:t>- Firebase Authentication</a:t>
            </a:r>
          </a:p>
          <a:p>
            <a:r>
              <a:t>- Persistent Login Logic</a:t>
            </a:r>
          </a:p>
          <a:p>
            <a:r>
              <a:t>- Compose Previews with Mockito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Deprecated Google Sign‑In APIs</a:t>
            </a:r>
          </a:p>
          <a:p>
            <a:r>
              <a:t>- Missing KTX dependencies</a:t>
            </a:r>
          </a:p>
          <a:p>
            <a:r>
              <a:t>- Mockito mocks inside main code</a:t>
            </a:r>
          </a:p>
          <a:p>
            <a:r>
              <a:t>- Incorrect composable context usage</a:t>
            </a:r>
          </a:p>
          <a:p>
            <a:r>
              <a:t>- Nested class reference errors</a:t>
            </a:r>
          </a:p>
          <a:p>
            <a:r>
              <a:t>- Corrupted imports (privacysandbox issue)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Migrated to modern Google Identity Services APIs</a:t>
            </a:r>
          </a:p>
          <a:p>
            <a:r>
              <a:t>- Reverted to FirebaseAuth.getInstance() to avoid KTX issues</a:t>
            </a:r>
          </a:p>
          <a:p>
            <a:r>
              <a:t>- Added debugImplementation for Mockito</a:t>
            </a:r>
          </a:p>
          <a:p>
            <a:r>
              <a:t>- State hoisting for stringResource</a:t>
            </a:r>
          </a:p>
          <a:p>
            <a:r>
              <a:t>- Used remember blocks for expensive objects</a:t>
            </a:r>
          </a:p>
          <a:p>
            <a:r>
              <a:t>- Preview-safe logic with LocalInspectionMode</a:t>
            </a:r>
          </a:p>
          <a:p>
            <a:r>
              <a:t>- Full clean-up of MainActivity.kt imports and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MainActivity.kt fully functional and error‑free</a:t>
            </a:r>
          </a:p>
          <a:p>
            <a:r>
              <a:t>- Ready to integrate Google Web Client ID for real authentication</a:t>
            </a:r>
          </a:p>
          <a:p>
            <a:r>
              <a:t>- Next step: Implement Navigation Component for HomeScreen routing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3269-5137-8CDA-B768-1D77C0504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20" y="2092570"/>
            <a:ext cx="7797662" cy="1151965"/>
          </a:xfrm>
        </p:spPr>
        <p:txBody>
          <a:bodyPr/>
          <a:lstStyle/>
          <a:p>
            <a:pPr algn="ctr"/>
            <a:r>
              <a:rPr lang="en-US" sz="13800" dirty="0"/>
              <a:t>THANK YOU</a:t>
            </a:r>
            <a:endParaRPr lang="en-IN" sz="13800" dirty="0"/>
          </a:p>
        </p:txBody>
      </p:sp>
    </p:spTree>
    <p:extLst>
      <p:ext uri="{BB962C8B-B14F-4D97-AF65-F5344CB8AC3E}">
        <p14:creationId xmlns:p14="http://schemas.microsoft.com/office/powerpoint/2010/main" val="3729784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5</TotalTime>
  <Words>201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Impact</vt:lpstr>
      <vt:lpstr>Main Event</vt:lpstr>
      <vt:lpstr>PowerPoint Presentation</vt:lpstr>
      <vt:lpstr>Overview</vt:lpstr>
      <vt:lpstr>Key Features</vt:lpstr>
      <vt:lpstr>Challenges</vt:lpstr>
      <vt:lpstr>Solutions</vt:lpstr>
      <vt:lpstr>Current Status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32 CSE K.Devivaraprasad</cp:lastModifiedBy>
  <cp:revision>3</cp:revision>
  <dcterms:created xsi:type="dcterms:W3CDTF">2013-01-27T09:14:16Z</dcterms:created>
  <dcterms:modified xsi:type="dcterms:W3CDTF">2025-11-30T15:19:57Z</dcterms:modified>
  <cp:category/>
</cp:coreProperties>
</file>